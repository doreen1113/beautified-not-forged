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先講結論。第一，圖片套上濾鏡之後不會讓我們的模型漏抓 deepfake圖片：扣掉影片重新壓縮的影響後，我們只差 -0.6 個百分點。比較的對象有兩種。第一種是 SBI，CVPR 2022 的方法：是目前 deepfake 偵測最常被拿來比較的基準方法。第二種是 CLIP 是 OpenAI 用大量圖片和文字訓練的大型模型，2025 年最新的偵測方法 。美顏讓 SBI 多漏抓 21.8 個百分點，連兩個 CLIP 方法 Effort 和 Forensics Adapter 也多了 11 和 15。第二，商用美顏app修過的照片，我們只把 0.1% 誤判成 fake，目前已發表的方法是 9.5% 到 14.8%。第三，模型指出的可疑區域是真的有用的：把那塊還原成原圖，91% 的fake 判定會消失。偵測能力本身跟 CLIP 方法打平，明顯贏 SBI。還沒解決的是：對外部修圖 dataset，分辨「修過」跟「沒修過」目前只有 70%，我們自己訂的目標是 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大家好，今天報告我們專題目前的進度。題目是想解決：現在大部分的人臉照片都修過圖，我們要讓偵測器分得出「real」、「filter」和「fake」這三種。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接下來依序講：為什麼這個問題重要、real／filter／fake 三類的定義、我們的方法、結果（先補上 train、val、test 的成績），解釋性，最後是目前狀態和接下來兩週要做的事。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先講為什麼這個問題重要。偵測器會用在內容審核、遠端身分驗證、事實查核這些地方，判錯是有代價的。第一種代價是冤枉人，把美顏過的真人判成 fake：在 FF++ 上，如果要把美顏 deepfake 的漏抓壓在 5% 以內，13 個已發表的偵測器每一個都會把至少 14.5% 美顏過的真人判成 fake；換成沒看過的商用修圖，重度磨皮的真人照片有 36% 到 63% 被判成 fake。第二種代價是被利用：同一批 deepfake 加上美顏，扣掉重新壓縮的影響後，SBI 多漏抓 21.8 個百分點，2025 年的兩個 CLIP 方法也多漏 11 到 15。而修圖本身非常普遍，Bharati 等人在 TIFS 2016 就指出，修圖在社群媒體、照片分享網站，甚至證件照上都很常見。這兩種錯都來自只有 real 和 fake 兩個答案，調門檻只能在兩種錯之間交換，所以我們加第三類。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先看問題。左邊是一段真的影片，套上手機 app 的美顏濾鏡之後，SBI 這個偵測器就說它是假的，這是誣告。右邊是一段 deepfake，美顏之後 SBI 反而說它是真的，這是漏抓。二元偵測器只有 real 跟 fake 兩個選項，美顏過的真人照片不管放哪一邊都會出錯，所以我們加第三個類別 filter，下一頁講它的定義。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 filter 和 fake 到底怎麼分？我們的原則是看「改了什麼」，不看用什麼工具改。real 是相機拍下來的原樣，包括相機本身的處理和壓縮。filter 是畫面上還是拍攝當下的那個人，表情、姿勢、說的話都沒變，只有這張臉的外觀被改了，例如膚色、皮膚紋理、五官的平滑變形，也就是磨皮、美白、大眼、瘦臉、調色。fake 是畫面呈現的人或動作不是拍到的那個：換臉、用別人的表演驅動這張臉的 reenactment、整張合成，或是某個部位換成別人的或生成的內容。只要含有 fake 的成分就算 fake，所以美顏過的 deepfake 還是 fake。右邊的表列出容易混淆的情況：化妝算 real；用神經網路做的美顏還是 filter；reenactment 雖然身分沒變，但動作不是拍到的，所以是 fake。最後一欄是我們的資料有沒有涵蓋，表情編輯和全合成臉我們沒有測，就標 not tested。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這張圖把 13 個已發表的偵測器所有可能的門檻都掃過一遍。橫軸是誣告率，縱軸是漏抓率，越靠左下越好。灰色每一條線是一個偵測器，紅色是 SBI。藍色星星和三角形是我們兩個模型，它們下面的方框是「要贏我們必須達到的區域」。沒有任何一條線進得了那個方框，也就是說，二元偵測器不管門檻怎麼調，都做不到我們這組誤差。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這頁量的是「美顏會讓多少 deepfake圖片被放過」。Celeb-DF-B 這個dateset 的美顏影片同時也被重新壓縮過，所以我們用它只壓縮、不美顏的版本把壓縮的影響扣掉，剩下的才是美顏本身造成的。SBI 多放過 21.8 個百分點；前面提到的兩個 2025 年 CLIP 方法，Forensics Adapter 是 15.3，Effort 是 11.0。我們的模型是 -0.6，也就是沒有影響到。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但只加第三個類別還不夠。我們發現在 FF++ 上訓練的偵測器，都把「模糊」當成偽造的證據。同樣 300 張真臉加一點高斯模糊，SBI 有 67% 判成假，我們早期只用 FF++ 訓練的三類模型更嚴重，95%。原因是 self-blending 這類訓練方法本身會把合成的那一半弄模糊，模型就學到「糊的就是假的」。解法是訓練時對同一組 real、filter、fake 三張圖套一樣的模糊或縮放，模糊就不再跟class 有關。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這是整個方法的架構。關鍵是：每一張被修改過的訓練圖片，我們都有它逐像素對齊的原圖，所以不只知道它屬於哪一類，還知道確切被改了哪裡，我們叫它 footprint。模型是一個 backbone 接三個 head：第一個 head 判哪個 class，presence head 判四種修圖各有沒有做，evidence head 輸出一張熱圖，用 footprint 監督它。主模型是 CLIP ViT-L/14 加 LoRA，這跟 2025 年那兩個 CLIP 方法是同一個等級的骨幹，比較才公平。小模型是 EfficientNet-B4，一個輕量 CNN，可以在手機上跑。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商用美顏的 dataset 他們，一次會同時做四種修圖。直接拿來訓練，模型只會學到「四種一起出現」，遇到只做一種的就認不出來。所以我們用光流把「形狀的改變」拆出來，再依眼睛區域分成眼睛放大和臉型；剩下的顏色差異再用低通和高通拆成美白和磨皮。四個部分加回去跟原本的修圖結果幾乎完全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上次教授問到 training 和 testing 的成績，這頁補上。左邊是每個資料來源在 train、val、test 各有幾張，右邊是兩個模型在三個 split 上的準確率。train 的準確率是從訓練資料每列隨機抽 2,000 張量的，val 和 test 是全部。FF++ 的 macro-F1，主模型從 train 91.8、val 87.2 到 test 82.4，掉最多的是 real，從 94% 掉到 78%。fake、filter 和部位偽造在 train 跟 test 之間差不到 3 個百分點。紅色這格是這次新發現的：商用修圖沒修過的原圖，主模型連訓練時看過的原圖也只有 59.5% 判成 real，跟 val 的 55.5、test 的 57.9 差不多。所以原圖被判成 filter 這個問題在訓練資料上就存在，不是泛化失敗，這是接下來要查的重點。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這頁是訓練過程。左邊是 training loss，兩個模型都穩定下降；中間是 FF++ validation 的 macro-F1，右邊是商用修圖 validation 的 filter F1。星號是選中的 checkpoint：取這兩個 validation 分數平均最高的 epoch，主模型是第 4 個（總共 8 個），小模型是第 12 個。test 資料完全沒有參與選擇。主模型的 validation macro-F1 在第 4 個 epoch 之後就持平了，training loss 還在下降。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FF++ 在 train、val、test 三個 split 的 confusion matrix，每一列是真實類別，加起來是 100%，上排是主模型，下排是小模型。fake 和 filter 在三個 split 都很穩定，主模型的差距在 2.1 個百分點以內；主要的落差在 real 那一列：主模型的 real 在 train 是 94%，到 test 剩 78%，流失的部分 13% 跑到 filter、9% 跑到 fake。所以接下來要查的是真臉為什麼會往 filter 偏，FF++ 和商用修圖的原圖是同一個問題。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這張是偵測能力的比較，所有方法都在同一批影格上重新跑過。我們在 Celeb-DF-v2、DFD、Celeb-DF-B 的 AUC 和CLIP 的作法成績差不多；比 SBI 的好。右邊兩欄是差別所在：它們被美顏影響 15 到 24 %，我們是 2.9。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這頁是用一家完全沒看過的商用美顏的dataset，阿里巴巴，來測試。左圖：在只誤判 5% 原圖的門檻下，已發表的方法會把 36% 到 63% 磨皮的real 判成 fake，我們是 1.4%，所有修圖合計 2.7%。右圖是「修過 vs 沒修過」的分辨能力：只用 FF++ 訓練的模型都在 50% 上下，也就是用猜的；我們提升到 70% 到 73%，但沒有達到訓練前訂的 75%。主要問題在紅色這行：我們會把 82% 修過的照片判成 filter，但同時也把 42% real 判成 filter，特異性不夠。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接下來是解釋性。這頁是系統對一張圖實際輸出的東西。每張圖會輸出：判斷結果和機率、四種修圖各自的分數、熱圖，還有一句英文說明。句子是用模板組的，沒有用VLM：判 real 就固定一句；判 filter 會列出分數超過 0.5 的修圖種類；判 fake 會寫熱力圖最集中的臉部部位，全臉都強就寫 whole face。可以看到眼睛放大、磨皮、region fake 、whole face 都講對了；瘦臉和美白這兩張被誤判成 real，第一張 real 被誤判成 filter，這就是上一頁講的 70% 問題的實際樣子。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deepfake 在哪個部位：在沒看過的測試資料上 98 到 99% 講對，而且把那個部位還原，91% 的判定會消失，代表那個部位真的是模型判斷的依據。做了哪種修圖：在訓練過的廠牌上磨皮、美白很準，眼睛和臉型比較弱；換到沒看過的廠牌，眼睛只剩 0.21、臉型 0.35。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這是局部 deepfake 的例子。從左到右：input、真正被改的區域、我們的熱圖、沒有 evidence head 時用 Score-CAM 畫的圖（Score-CAM 是常見的事後熱圖方法，模型訓練完之後再從它的內部特徵推回它在看哪裡）、以及把熱圖指的區域還原成原圖之後的結果。可以看到我們的熱圖對準被改的鼻子和眼睛，Score-CAM 則散在整張臉中間；把圖還原之後模型也會改判成 real。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這張把「還原指出的區域會讓多少判定消失」量化。紅色虛線是還原真正被改的區域能達到的上限。我們的模型在三種編輯方式上都貼著上限，包括訓練時完全沒看過的 SDXL。比較組：隨機區域 11 到 15%、臉中央 42 到 52%、Score-CAM 約 52 到 57%。淺藍色是同一個模型但訓練時沒有部位偽造資料，只有 54 到 79%，說明是 footprint 監督讓熱圖變可信，不是 backbone 的關係。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這是我們在訓練前就訂好的目標：五項達成，四項沒達成。沒達成的有三項跟商用修圖有關：分辨修過沒修過的 70%、各修圖種類的辨識率、修圖幅度的估計；另一項是 FF++ real face 的 recall 78%，差 80% 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已完成：13 個已發表方法在同一批資料上的重新評測、一個同時做偵測、濾鏡判斷和熱圖的模型、簡單的文字解釋輸出、以及可以在手機跑的小模型，也補上了三類的定義和 train、val、test 的成績。接下來兩週：會查清楚為什麼 40% 到 44% 沒修過的原圖會被判成 filter，連訓練用的原圖也是；第二，只有在對應的 head 夠可靠時才在句子裡講出修圖種類，第三是產生針對特定影像的解釋，而非使用固定模板。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以上是這次的進度報告，謝謝。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0" y="822960"/>
            <a:ext cx="9052560" cy="43891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26679" y="68580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44068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Beautified Is Not Forged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F6773"/>
                </a:solidFill>
                <a:latin typeface="Cambria"/>
              </a:rPr>
              <a:t>Separating Beautification from Face Forgery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Progress report  ·  30 September 2026  (revised 1 October)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林沁瑩  陳柏融  游宸山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[Summary]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Where we are, in one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F4D92"/>
                </a:solidFill>
                <a:latin typeface="Cambria"/>
              </a:rPr>
              <a:t>-0.6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extra deepfakes let through
because of beautification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20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773"/>
                </a:solidFill>
                <a:latin typeface="Calibri"/>
              </a:rPr>
              <a:t>SBI +21.8   Effort +11.0   Forensics Adapter +15.3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7830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F4D92"/>
                </a:solidFill>
                <a:latin typeface="Cambria"/>
              </a:rPr>
              <a:t>0.1%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commercially retouched faces
called fake (unseen service)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520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773"/>
                </a:solidFill>
                <a:latin typeface="Calibri"/>
              </a:rPr>
              <a:t>published detectors: 9.5–14.8% at 5% FPR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F4D92"/>
                </a:solidFill>
                <a:latin typeface="Cambria"/>
              </a:rP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of detections removed by restoring
the region our model 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20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773"/>
                </a:solidFill>
                <a:latin typeface="Calibri"/>
              </a:rPr>
              <a:t>ceiling (true edit region): 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Forgery detection: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level with the two 2025 CLIP detectors (Celeb-DF-v2 0.954, DFD 0.983 video AUC) and clearly above SBI.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Explanation: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one output per image with the label, the edit operations, the edited facial part and a sentence.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64342"/>
                </a:solidFill>
                <a:latin typeface="Calibri"/>
              </a:rPr>
              <a:t>Open: separating lightly retouched faces from their originals on an unseen service reaches 70% (target 75%).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F2A37"/>
                </a:solidFill>
                <a:latin typeface="Cambr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630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7276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Problem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why it matters, and why a real / fake detector fails on beautified 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2402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5000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Definitions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real, filter and fake, decided by what an edit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0175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2724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Method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supervision from paired originals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7947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9044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Results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training / validation / test accuracy, forgery detection, commercial retouching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5720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68172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Explanation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what the system says, and how far it can be trusted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3492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45896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Status &amp; next steps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targets met and missed, next two weeks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Why it matters: both errors of a binary detector have a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A37"/>
                </a:solidFill>
                <a:latin typeface="Calibri"/>
              </a:rPr>
              <a:t>Forgery detectors are used for content moderation, remote identity checks and fact-checking.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B64342"/>
                </a:solidFill>
                <a:latin typeface="Cambria"/>
              </a:rPr>
              <a:t>False accusation</a:t>
            </a:r>
            <a:r>
              <a:rPr sz="1400" b="0" i="0">
                <a:solidFill>
                  <a:srgbClr val="5F6773"/>
                </a:solidFill>
                <a:latin typeface="Calibri"/>
              </a:rPr>
              <a:t>   a genuine face called fake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B64342"/>
                </a:solidFill>
                <a:latin typeface="Cambria"/>
              </a:rPr>
              <a:t>≥ 14.5%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of beautified genuine faces called fake by every one of 13 detectors, once at most 5% of beautified deepfakes may pass (FF++)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F6773"/>
                </a:solidFill>
                <a:latin typeface="Calibri"/>
              </a:rPr>
              <a:t>Unseen commercial retouching: 36–63% of strongly smoothed genuine faces called fake (11 FF++ detectors, 5% FPR)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F4D92"/>
                </a:solidFill>
                <a:latin typeface="Cambria"/>
              </a:rPr>
              <a:t>Evasion</a:t>
            </a:r>
            <a:r>
              <a:rPr sz="1400" b="0" i="0">
                <a:solidFill>
                  <a:srgbClr val="5F6773"/>
                </a:solidFill>
                <a:latin typeface="Calibri"/>
              </a:rPr>
              <a:t>   a beauty filter hides a deepfake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6032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F4D92"/>
                </a:solidFill>
                <a:latin typeface="Cambria"/>
              </a:rPr>
              <a:t>+11 to +22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3832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Calibri"/>
              </a:rPr>
              <a:t>more deepfakes pass after app beautification (Celeb-DF-B, re-encoding effect removed)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2976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F6773"/>
                </a:solidFill>
                <a:latin typeface="Calibri"/>
              </a:rPr>
              <a:t>SBI +21.8   Forensics Adapter +15.3   Effort +11.0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F6773"/>
                </a:solidFill>
                <a:latin typeface="Calibri"/>
              </a:rPr>
              <a:t>Retouching is common on social media, photo-sharing sites and even identification cards (Bharati et al., IEEE TIFS 2016).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Both errors come from the two-label space: a threshold only trades one for the other, so we add a third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Binary detectors must accuse beautified faces or miss deepfakes</a:t>
            </a:r>
          </a:p>
        </p:txBody>
      </p:sp>
      <p:pic>
        <p:nvPicPr>
          <p:cNvPr id="7" name="Picture 6" descr="fig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6107"/>
            <a:ext cx="11064240" cy="40343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Beautification changes how a face looks, not who is shown or what they do: it needs its own label, filter.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[Definitions]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Three labels, decided by what an edit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4343400" cy="96012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3931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F7D32"/>
                </a:solidFill>
                <a:latin typeface="Cambria"/>
              </a:rPr>
              <a:t>real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the capture as recorded, including camera processing and compression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41448"/>
            <a:ext cx="4343400" cy="132588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51176"/>
            <a:ext cx="3931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A8781A"/>
                </a:solidFill>
                <a:latin typeface="Cambria"/>
              </a:rPr>
              <a:t>filter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still the captured person at the captured moment; only the appearance of their own face changed (tone, texture, smooth reshaping). Identity, expression, pose and speech unchanged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77056"/>
            <a:ext cx="4343400" cy="132588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86784"/>
            <a:ext cx="3931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B64342"/>
                </a:solidFill>
                <a:latin typeface="Cambria"/>
              </a:rPr>
              <a:t>fake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shows a person or an action that was not captured: face swap, reenactment, synthesis, or a facial part from another person or generated</a:t>
            </a:r>
          </a:p>
        </p:txBody>
      </p:sp>
      <p:pic>
        <p:nvPicPr>
          <p:cNvPr id="13" name="Picture 12" descr="tab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44075"/>
            <a:ext cx="6492240" cy="314124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Any fake edit makes the image fake. The tool does not decide: neural retouching is filter; reenactment keeps the identity but is fake.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No threshold of 13 published detectors reaches our pair of errors</a:t>
            </a:r>
          </a:p>
        </p:txBody>
      </p:sp>
      <p:pic>
        <p:nvPicPr>
          <p:cNvPr id="7" name="Picture 6" descr="fig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29" y="1371600"/>
            <a:ext cx="9353461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Every grey curve is one detector over all thresholds; none enters the box under our two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Beautification alone lets deepfakes escape, even CLIP detectors</a:t>
            </a:r>
          </a:p>
        </p:txBody>
      </p:sp>
      <p:pic>
        <p:nvPicPr>
          <p:cNvPr id="7" name="Picture 6" descr="escap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4074"/>
            <a:ext cx="7589520" cy="34241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73736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Celeb-DF-B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third-party benchmark, app beautification, 232 genuine + 232 deepfake videos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each binary detector at 5% FPR on untreated genuine frames; the re-encoding effect is removed with the compression-only videos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4D92"/>
                </a:solidFill>
                <a:latin typeface="Calibri"/>
              </a:rPr>
              <a:t>Ours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+2.9 pp in total, all of it from re-encoding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SBI loses 21.8 pp to beautification alone; our model loses nothing measurable.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One more label is not enough: blurred real faces look forged</a:t>
            </a:r>
          </a:p>
        </p:txBody>
      </p:sp>
      <p:pic>
        <p:nvPicPr>
          <p:cNvPr id="7" name="Picture 6" descr="blu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1055"/>
            <a:ext cx="7863840" cy="42702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2520" y="1737360"/>
            <a:ext cx="30175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Cause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self-blending blurs one side of the blend, so the detector learns soft = fake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4D92"/>
                </a:solidFill>
                <a:latin typeface="Calibri"/>
              </a:rPr>
              <a:t>Fix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apply the same blur or downscale to the real, filter and fake image of each training triplet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B64342"/>
                </a:solidFill>
                <a:latin typeface="Calibri"/>
              </a:rPr>
              <a:t>Caveat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strong JPEG (q30) raises false alarms by 6 pp for Ours and 15 pp for Ours-lite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Same 300 genuine frames: SBI calls 67% fake after blur, our FF++-only model 95%, Ours 14%.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[Method]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One model, three heads, trained on paired originals</a:t>
            </a:r>
          </a:p>
        </p:txBody>
      </p:sp>
      <p:pic>
        <p:nvPicPr>
          <p:cNvPr id="7" name="Picture 6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1" y="1325880"/>
            <a:ext cx="10707117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Every edited training image has a pixel-aligned original, so its label and its edit region are exact.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[Method]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Key idea: split each commercial render into single operations</a:t>
            </a:r>
          </a:p>
        </p:txBody>
      </p:sp>
      <p:pic>
        <p:nvPicPr>
          <p:cNvPr id="7" name="Picture 6" descr="fig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411" y="1280160"/>
            <a:ext cx="8056696" cy="3154680"/>
          </a:xfrm>
          <a:prstGeom prst="rect">
            <a:avLst/>
          </a:prstGeom>
        </p:spPr>
      </p:pic>
      <p:pic>
        <p:nvPicPr>
          <p:cNvPr id="8" name="Picture 7" descr="eq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26280"/>
            <a:ext cx="3966966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45720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Why: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commercial services apply four edits at once, and a model trained on renders learns only their co-occurrence.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Result: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50k single-operation training images from two services (after dropping edits below the measurement noise); the four parts recompose the render at 108 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[Results]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Training, validation and test accuracy</a:t>
            </a:r>
          </a:p>
        </p:txBody>
      </p:sp>
      <p:pic>
        <p:nvPicPr>
          <p:cNvPr id="7" name="Picture 6" descr="tab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2356"/>
            <a:ext cx="11064240" cy="38875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F6773"/>
                </a:solidFill>
                <a:latin typeface="Calibri"/>
              </a:rPr>
              <a:t>Recall per class (%). Training accuracy on a random sample of 2,000 images per row (4,000 part-level forgeries); validation and test on every image. Commercial test data: the unseen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64342"/>
                </a:solidFill>
                <a:latin typeface="Calibri"/>
              </a:rPr>
              <a:t>New finding: Ours keeps only 59.5% of its own training originals real, so the filter bias exists on training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[Results]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Checkpoints are chosen on validation; no test set is used</a:t>
            </a:r>
          </a:p>
        </p:txBody>
      </p:sp>
      <p:pic>
        <p:nvPicPr>
          <p:cNvPr id="7" name="Picture 6" descr="fig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6429"/>
            <a:ext cx="11064240" cy="30821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006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Selection rule: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the epoch with the highest mean of FF++ validation macro-F1 and filter F1 on held-out Tencent / Megvii faces (star).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Chosen: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Ours epoch 4 of 8, Ours-lite epoch 12 of 12.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Validation macro-F1 levels off after epoch 4 for Ours; training loss keeps falling.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[Results]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The train–test gap is in genuine frames</a:t>
            </a:r>
          </a:p>
        </p:txBody>
      </p:sp>
      <p:pic>
        <p:nvPicPr>
          <p:cNvPr id="7" name="Picture 6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1219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00200"/>
            <a:ext cx="4114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How to read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FF++ c23, rows = true class, % of the row; top Ours, bottom Ours-lite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64342"/>
                </a:solidFill>
                <a:latin typeface="Calibri"/>
              </a:rPr>
              <a:t>Genuine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Ours 94.2 → 78.0 from training to test; at test 13.2% go to filter, 8.8% to fake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F7D32"/>
                </a:solidFill>
                <a:latin typeface="Calibri"/>
              </a:rPr>
              <a:t>Fake and filter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Ours stays within 2.1 points of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Next: find why genuine faces drift to filter, on FF++ and on the commercial originals alike.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[Results]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Detection: level with 2025 CLIP detectors, not broken by filters</a:t>
            </a:r>
          </a:p>
        </p:txBody>
      </p:sp>
      <p:pic>
        <p:nvPicPr>
          <p:cNvPr id="7" name="Picture 6" descr="tab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4408"/>
            <a:ext cx="11064240" cy="29547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Paired bootstrap on the same frames: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Ours − SBI is positive in all four settings; Ours − Effort and Ours − Forensics Adapter contain 0 in all eight (level, not better).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FA at MISS≤5: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beautified genuine faces a binary detector must accuse to keep beautified deepfakes under 5% (ours: no threshold, escape in parentheses).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Claim: level with Effort and Forensics Adapter, above SBI, and beautification does not break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[Results]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Unseen retouching service: no false accusation, 70% separation</a:t>
            </a:r>
          </a:p>
        </p:txBody>
      </p:sp>
      <p:pic>
        <p:nvPicPr>
          <p:cNvPr id="7" name="Picture 6" descr="fig_acc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60" y="1371600"/>
            <a:ext cx="4895718" cy="4343400"/>
          </a:xfrm>
          <a:prstGeom prst="rect">
            <a:avLst/>
          </a:prstGeom>
        </p:spPr>
      </p:pic>
      <p:pic>
        <p:nvPicPr>
          <p:cNvPr id="8" name="Picture 7" descr="retouch_balan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13508"/>
            <a:ext cx="5852160" cy="34595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321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F6773"/>
                </a:solidFill>
                <a:latin typeface="Calibri"/>
              </a:rPr>
              <a:t>retouched genuine faces called fake, 5% FPR on originals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5321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F6773"/>
                </a:solidFill>
                <a:latin typeface="Calibri"/>
              </a:rPr>
              <a:t>2,210 FFHQ originals vs. their 26,519 Alibaba renders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64342"/>
                </a:solidFill>
                <a:latin typeface="Calibri"/>
              </a:rPr>
              <a:t>Ours sends 82% of retouched faces to filter, but also 42% of untouched originals.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What the system outputs for one image</a:t>
            </a:r>
          </a:p>
        </p:txBody>
      </p:sp>
      <p:pic>
        <p:nvPicPr>
          <p:cNvPr id="7" name="Picture 6" descr="system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3199"/>
            <a:ext cx="11247120" cy="433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F6773"/>
                </a:solidFill>
                <a:latin typeface="Calibri"/>
              </a:rPr>
              <a:t>Examples fixed in advance, wrong cases kept: one FF++ genuine frame, the four Alibaba edits of one face, one part forgery, one whole-face deepfake.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Label, operations and facial part each come from one head; the sentence is a template, no language model.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How far each part of the sentence can be trusted</a:t>
            </a:r>
          </a:p>
        </p:txBody>
      </p:sp>
      <p:pic>
        <p:nvPicPr>
          <p:cNvPr id="7" name="Picture 6" descr="tab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3958"/>
            <a:ext cx="11064240" cy="23985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Fixed today: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the facial part used to be named by area share, so the large skin region almost always won (right part in 8–12%). Naming it by the mean evidence inside each part gives 98–99%; the map itself was right all along.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Sentences are templates: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379 test images give 14 distinct sentences (real 1, fake 4, filter 9); what differs per image is the numbers behind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Where the forgery is: reliable. Which retouching operation: reliable for smoothing, weak for eyes and face shape.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The evidence map marks the edited part</a:t>
            </a:r>
          </a:p>
        </p:txBody>
      </p:sp>
      <p:pic>
        <p:nvPicPr>
          <p:cNvPr id="7" name="Picture 6" descr="fig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54" y="1325880"/>
            <a:ext cx="976801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Held-out part-level forgeries: input, true edit region, our map, Score-CAM, and the image after restoring the region.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Restoring the named region removes 91% of detections</a:t>
            </a:r>
          </a:p>
        </p:txBody>
      </p:sp>
      <p:pic>
        <p:nvPicPr>
          <p:cNvPr id="7" name="Picture 6" descr="flip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50" y="1371600"/>
            <a:ext cx="10996418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Supervision with exact edit regions makes the difference: the same model without part-level edits reaches 54–79%.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[Status]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Targets we set before training: five met, four missed</a:t>
            </a:r>
          </a:p>
        </p:txBody>
      </p:sp>
      <p:pic>
        <p:nvPicPr>
          <p:cNvPr id="7" name="Picture 6" descr="tab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84035"/>
            <a:ext cx="9966960" cy="3432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6773"/>
                </a:solidFill>
                <a:latin typeface="Calibri"/>
              </a:rPr>
              <a:t>No target was changed after seeing the test sets, and no model was re-tuned on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Three of the four misses concern commercial retouching; the fourth is FF++ genuine recall (78.0 vs. 80).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[Status]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Done and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F7D32"/>
                </a:solidFill>
                <a:latin typeface="Cambria"/>
              </a:rPr>
              <a:t>Done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13 published detectors re-scored on the same frames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081527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990087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One model: detection + filter + evidence head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39896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648456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Text explanation from all three heads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398264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3068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Edge model: TFLite 18 MB, 9.7 ms on one CPU thread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56631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96519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Label definitions; train / val / test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0876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1691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F4D92"/>
                </a:solidFill>
                <a:latin typeface="Cambria"/>
              </a:rPr>
              <a:t>Next two weeks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2423160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3317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Why 40–44% of untouched originals go to filter, training originals included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081527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990087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Name an operation only when that head is reliable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739896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648456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Explanations specific to each image instead of a fixed template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0" y="4206240"/>
            <a:ext cx="8229600" cy="2651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406908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5943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F2A37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