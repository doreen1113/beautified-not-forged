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先講結論，這頁就是今天的重點。第一，美顏本身不會讓我們的模型漏抓 deepfake：扣掉影片重新壓縮的影響後，我們只差 -0.6 個百分點，SBI 是 +21.8，連 2025 年兩個用 CLIP 的方法也有 +11 和 +15。第二，商用修圖軟體修過的真人照片，我們只把 0.1% 誤判成假臉，已發表的方法是 9.5% 到 14.8%。第三，模型指出的可疑區域是真的有用的：把那塊還原成原圖，91% 的偽造判定會消失，理論上限是 92%。偵測能力本身跟最新的 CLIP 方法打平，明顯贏 SBI。還沒解決的是紅色這行：對沒看過的修圖廠牌，分辨「修過」跟「沒修過」目前只有 70%，我們自己訂的目標是 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大家好，今天報告我們專題目前的進度。題目是 Beautified Is Not Forged：現在大部分的人臉照片都修過圖，我們要讓偵測器分得出「真的照片」、「修過圖的照片」和「偽造的臉」這三種。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接下來依序講：為什麼現有偵測器會出問題、我們的方法、結果、解釋性，最後是目前狀態和接下來兩週要做的事。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先看問題。左邊是一段真的影片，套上手機 app 的美顏濾鏡之後，SBI 這個偵測器就說它是假的，這是誣告。右邊是一段 deepfake，美顏之後 SBI 反而說它是真的，這是漏抓。二元偵測器只有 real 跟 fake 兩個選項，美顏過的真人照片不管放哪一邊都會出錯，所以我們加第三個類別 filter：身分沒變、只是被修過圖。這張圖是挑 SBI 出錯的例子，整體的比例在後面的表。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這張圖把 13 個已發表的偵測器所有可能的門檻都掃過一遍。橫軸是誣告率，縱軸是漏抓率，越靠左下越好。灰色每一條線是一個偵測器，紅色是 SBI。藍色星星和三角形是我們兩個模型，它們下面的方框是「要贏我們必須達到的區域」。沒有任何一條線進得了那個方框，也就是說，二元偵測器不管門檻怎麼調，都做不到我們這組誤差。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這頁量的是「美顏會讓多少 deepfake 被放過」。Celeb-DF-B 這個資料集的美顏影片同時也被重新壓縮過，所以我們用它只壓縮、不美顏的版本把壓縮的影響扣掉，剩下的才是美顏本身造成的。SBI 多放過 21.8 個百分點，Forensics Adapter 15.3，Effort 11.0。我們的模型是 -0.6，也就是沒有可量測的影響。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但只加第三個類別還不夠。我們發現在 FF++ 上訓練的偵測器，都把「模糊」當成偽造的證據。同樣 300 張真臉加一點高斯模糊，SBI 有 67% 判成假，我們早期只用 FF++ 訓練的三類模型更嚴重，95%。原因是 self-blending 這類訓練方法本身會把合成的那一半弄模糊，模型就學到「糊的就是假的」。解法是訓練時對同一組 real、filter、fake 三張圖套一樣的模糊或縮放，模糊就不再跟類別有關。現在我們的模型是 14%。要老實說的是，很強的 JPEG 壓縮下，誤判還是會增加：主模型多 6 個百分點，小模型多 15 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這是整個方法的架構。關鍵是：每一張被修改過的訓練圖，我們都有它逐像素對齊的原圖，所以不只知道它屬於哪一類，還知道確切被改了哪裡，我們叫它 footprint。模型是一個 backbone 接三個 head：三分類 head 判 real/fake/filter，presence head 判四種修圖各有沒有做，evidence head 輸出一張熱圖，用 footprint 監督它。主模型是 CLIP ViT-L/14 加 LoRA，小模型是 EfficientNet-B4。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方法裡最核心的一步。商用修圖服務，例如騰訊和曠視，一次會同時做四種修圖。直接拿來訓練，模型只會學到「四種一起出現」，遇到只做一種的就認不出來。所以我們用光流把「形狀的改變」拆出來，再依眼睛區域分成眼睛放大和臉型；剩下的顏色差異再用低通和高通拆成美白和磨皮。四個部分加回去跟原本的修圖結果幾乎完全一樣，108 dB。這樣我們從兩家廠牌得到大約五萬張「只做一種修圖」的訓練資料。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這張是偵測能力的比較，所有方法都在同一批影格上重新跑過。我們在 Celeb-DF-v2、DFD、Celeb-DF-B 的 video AUC 數字是最高的，但要講清楚：跟 Effort 和 Forensics Adapter 做配對 bootstrap 檢定，信賴區間都包含 0，所以只能說「打平」，不是「比較好」；跟 SBI 的差距則是四個設定都顯著。右邊兩欄是差別所在：它們被美顏影響 15 到 24 個百分點，我們是 2.9，而且這 2.9 全部來自重新壓縮。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這頁是用一家完全沒看過的商用修圖廠牌，阿里巴巴，來測試。左圖：在只誤判 5% 原圖的門檻下，已發表的方法會把 36% 到 63%重度磨皮的真人照片判成假，我們是 1.4%，所有修圖合計 2.7%。右圖是「修過 vs 沒修過」的分辨能力：只用 FF++ 訓練的模型都在 50% 上下，也就是用猜的；我們提升到 70% 到 73%，但沒有達到訓練前訂的 75%。主要問題在紅色這行：我們會把 82% 修過的照片判成 filter，但同時也把 42% 沒修過的原圖判成 filter，特異性不夠。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是解釋性。這頁是系統對一張圖實際輸出的東西，例子是事先固定的，錯的也照放。每張圖會輸出：判斷結果和機率、四種修圖各自的分數、熱圖，還有一句英文說明。句子是用模板組的，沒有用語言模型：判 real 就固定一句；判 filter 會列出分數超過 0.5 的修圖種類；判 fake 會寫熱圖最集中的臉部部位，全臉都強就寫 whole face。可以看到眼睛放大、磨皮、部位偽造、整臉換臉都講對了；瘦臉和美白這兩張被漏判成 real，第一張真臉被誤判成 filter，這就是上一頁講的 70% 問題的實際樣子。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這頁回答「這句話能相信到什麼程度」。偽造在哪個部位：在沒看過的測試資料上 98 到 99% 講對，而且把那個部位還原，91% 的判定會消失，代表那個部位真的是模型判斷的依據。做了哪種修圖：在訓練過的廠牌上磨皮、美白很準，眼睛和臉型比較弱；換到沒看過的廠牌，眼睛只剩 0.21、臉型 0.35。修了多少，例如眼睛放大幾 %，我們有試著預測，但驗證沒過，所以不輸出。另外今天做簡報時發現並修正一個 bug：原本用「面積比例」決定部位，皮膚面積最大所以幾乎都寫 skin，只有 8 到 12% 講對；改成看每個部位內的平均強度後是 98 到 99%。熱圖本身一直是對的，錯的是轉成文字那一步。順帶一提，句子是模板，所以 379 張測試圖一共只產生 14 種不同的句子；每張圖真正不同的是背後的數值輸出。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這是部位偽造的例子。從左到右：輸入、真正被改的區域、我們的熱圖、沒有 evidence head 時用 Score-CAM 畫的圖、以及把熱圖指的區域還原成原圖之後的結果。可以看到我們的熱圖對準被改的鼻子和眼睛，Score-CAM 則散在整張臉中間；還原之後模型就改判成 real。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這張把「還原指出的區域會讓多少判定消失」量化。紅色虛線是還原真正被改的區域能達到的上限，約 91 到 92%。我們的模型在三種編輯方式上都貼著上限，包括訓練時完全沒看過的 SDXL。比較組：隨機區域 11 到 15%、臉中央 42 到 52%、Score-CAM 約 52 到 57%。淺藍色是同一個模型但訓練時沒有部位偽造資料，只有 54 到 79%，說明是 footprint 監督讓熱圖變可信，不是 backbone 的關係。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這是我們在訓練前就訂好的目標，結果照實列出來：五項達成，四項沒達成。沒達成的有三項跟商用修圖有關：分辨修過沒修過的 70%、各修圖種類的辨識率、修圖幅度的估計；另一項是 FF++ 真臉的 recall 78%，差 80% 一點。這些門檻都沒有在看到測試結果後改過。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已完成：13 個已發表方法在同一批資料上的重新評測、一個同時做偵測、濾鏡判斷和熱圖的模型、完整的文字解釋輸出、以及可以在手機跑的小模型，TFLite 18 MB，單執行緒 9.7 毫秒。接下來兩週：第一，查清楚為什麼 44% 沒修過的原圖會被判成 filter，這是目前最大的問題；第二，只有在對應的 head 夠可靠時才在句子裡講出修圖種類，避免講錯；第三，主模型再訓練一次確認結果穩定；第四，在真實手機上量速度。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以上是這次的進度報告，謝謝。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0" y="822960"/>
            <a:ext cx="9052560" cy="43891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26679" y="68580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44068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Beautified Is Not Forged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F6773"/>
                </a:solidFill>
                <a:latin typeface="Cambria"/>
              </a:rPr>
              <a:t>Separating Beautification from Face Forgery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Progress report  ·  30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陳柏蓉  余晨杉  林沁瑩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[Summary]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Where we are, in one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F4D92"/>
                </a:solidFill>
                <a:latin typeface="Cambria"/>
              </a:rPr>
              <a:t>-0.6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extra deepfakes let through
because of beautification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20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773"/>
                </a:solidFill>
                <a:latin typeface="Calibri"/>
              </a:rPr>
              <a:t>SBI +21.8   Effort +11.0   Forensics Adapter +15.2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7830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F4D92"/>
                </a:solidFill>
                <a:latin typeface="Cambria"/>
              </a:rPr>
              <a:t>0.1%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6974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commercially retouched faces
called fake (unseen service)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520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773"/>
                </a:solidFill>
                <a:latin typeface="Calibri"/>
              </a:rPr>
              <a:t>published detectors: 9.5–14.8% at 5% FPR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F4D92"/>
                </a:solidFill>
                <a:latin typeface="Cambria"/>
              </a:rPr>
              <a:t>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of detections removed by restoring
the region our model names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20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F6773"/>
                </a:solidFill>
                <a:latin typeface="Calibri"/>
              </a:rPr>
              <a:t>ceiling (true edit region): 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Forgery detection: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level with the two 2025 CLIP detectors (Celeb-DF-v2 0.954, DFD 0.983 video AUC) and clearly above SBI.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Explanation: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one output per image with the label, the edit operations, the edited facial part and a sentence.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64342"/>
                </a:solidFill>
                <a:latin typeface="Calibri"/>
              </a:rPr>
              <a:t>Open: separating lightly retouched faces from their originals on an unseen service reaches 70% (target 75%).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F2A37"/>
                </a:solidFill>
                <a:latin typeface="Cambria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0992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Problem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why a real / fake detector fails on beautified 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46888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7860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Method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three labels, supervision from paired originals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3375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4728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Results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forgery detection, beautification, commercial retouching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2062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1596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Explanation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what the system says, and how far it can be trusted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0749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A8AEB6"/>
                </a:solidFill>
                <a:latin typeface="Cambria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184648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F2A37"/>
                </a:solidFill>
                <a:latin typeface="Cambria"/>
              </a:rPr>
              <a:t>Status &amp; next steps</a:t>
            </a:r>
            <a:r>
              <a:rPr sz="1600" b="0" i="0">
                <a:solidFill>
                  <a:srgbClr val="5F6773"/>
                </a:solidFill>
                <a:latin typeface="Calibri"/>
              </a:rPr>
              <a:t>    targets met and missed, next two weeks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Binary detectors must accuse beautified faces or miss deepfakes</a:t>
            </a:r>
          </a:p>
        </p:txBody>
      </p:sp>
      <p:pic>
        <p:nvPicPr>
          <p:cNvPr id="7" name="Picture 6" descr="fig_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6107"/>
            <a:ext cx="11064240" cy="40343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Beautification changes pixels but not identity: it needs its own label, filter.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No threshold of 13 published detectors reaches our pair of errors</a:t>
            </a:r>
          </a:p>
        </p:txBody>
      </p:sp>
      <p:pic>
        <p:nvPicPr>
          <p:cNvPr id="7" name="Picture 6" descr="fig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29" y="1371600"/>
            <a:ext cx="9353461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Every grey curve is one detector over all thresholds; none enters the box under our two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Beautification alone lets deepfakes escape, even CLIP detectors</a:t>
            </a:r>
          </a:p>
        </p:txBody>
      </p:sp>
      <p:pic>
        <p:nvPicPr>
          <p:cNvPr id="7" name="Picture 6" descr="escap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4074"/>
            <a:ext cx="7589520" cy="34241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73736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Celeb-DF-B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third-party benchmark, app beautification, 232 genuine + 232 deepfake videos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How it is measured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each binary detector at 5% FPR on untreated genuine frames; the re-encoding effect is removed with the compression-only videos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4D92"/>
                </a:solidFill>
                <a:latin typeface="Calibri"/>
              </a:rPr>
              <a:t>Ours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+2.9 pp in total, all of it from re-encoding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SBI loses 21.8 pp to beautification alone; our model loses nothing measurable.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[Problem]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One more label is not enough: blurred real faces look forged</a:t>
            </a:r>
          </a:p>
        </p:txBody>
      </p:sp>
      <p:pic>
        <p:nvPicPr>
          <p:cNvPr id="7" name="Picture 6" descr="blu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1055"/>
            <a:ext cx="7863840" cy="42702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32520" y="1737360"/>
            <a:ext cx="30175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Cause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self-blending blurs one side of the blend, so the detector learns soft = fake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4D92"/>
                </a:solidFill>
                <a:latin typeface="Calibri"/>
              </a:rPr>
              <a:t>Fix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apply the same blur or downscale to the real, filter and fake image of each training triplet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B64342"/>
                </a:solidFill>
                <a:latin typeface="Calibri"/>
              </a:rPr>
              <a:t>Caveat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strong JPEG (q30) raises false alarms by 6 pp for Ours and 15 pp for Ours-lite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Same 300 genuine frames: SBI calls 67% fake after blur, our FF++-only model 95%, Ours 14%.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[Method]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One model, three heads, trained on paired originals</a:t>
            </a:r>
          </a:p>
        </p:txBody>
      </p:sp>
      <p:pic>
        <p:nvPicPr>
          <p:cNvPr id="7" name="Picture 6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01" y="1325880"/>
            <a:ext cx="10707117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Every edited training image has a pixel-aligned original, so its label and its edit region are exact.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[Method]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Key idea: split each commercial render into single operations</a:t>
            </a:r>
          </a:p>
        </p:txBody>
      </p:sp>
      <p:pic>
        <p:nvPicPr>
          <p:cNvPr id="7" name="Picture 6" descr="fig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411" y="1280160"/>
            <a:ext cx="8056696" cy="3154680"/>
          </a:xfrm>
          <a:prstGeom prst="rect">
            <a:avLst/>
          </a:prstGeom>
        </p:spPr>
      </p:pic>
      <p:pic>
        <p:nvPicPr>
          <p:cNvPr id="8" name="Picture 7" descr="eq_de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26280"/>
            <a:ext cx="3966966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457200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Why: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commercial services apply four edits at once, and a model trained on renders learns only their co-occurrence.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Result: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50k single-operation training images from two services (after dropping edits below the measurement noise); the four parts recompose the render at 108 dB.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[Results]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Detection: level with 2025 CLIP detectors, not broken by filters</a:t>
            </a:r>
          </a:p>
        </p:txBody>
      </p:sp>
      <p:pic>
        <p:nvPicPr>
          <p:cNvPr id="7" name="Picture 6" descr="tab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4408"/>
            <a:ext cx="11064240" cy="29547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70916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Paired bootstrap on the same frames: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Ours − SBI is positive in all four settings; Ours − Effort and Ours − Forensics Adapter contain 0 in all eight (level, not better).</a:t>
            </a:r>
          </a:p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FA at MISS≤5: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beautified genuine faces a binary detector must accuse to keep beautified deepfakes under 5% (ours: no threshold, escape in parentheses).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Claim: same AUC as the best published detectors, and beautification does not break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[Results]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Unseen retouching service: no false accusation, 70% separation</a:t>
            </a:r>
          </a:p>
        </p:txBody>
      </p:sp>
      <p:pic>
        <p:nvPicPr>
          <p:cNvPr id="7" name="Picture 6" descr="fig_acc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60" y="1371600"/>
            <a:ext cx="4895718" cy="4343400"/>
          </a:xfrm>
          <a:prstGeom prst="rect">
            <a:avLst/>
          </a:prstGeom>
        </p:spPr>
      </p:pic>
      <p:pic>
        <p:nvPicPr>
          <p:cNvPr id="8" name="Picture 7" descr="retouch_balan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813508"/>
            <a:ext cx="5852160" cy="34595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321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F6773"/>
                </a:solidFill>
                <a:latin typeface="Calibri"/>
              </a:rPr>
              <a:t>retouched genuine faces called fake, 5% FPR on originals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55321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F6773"/>
                </a:solidFill>
                <a:latin typeface="Calibri"/>
              </a:rPr>
              <a:t>2,210 FFHQ originals vs. their 26,519 Alibaba renders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64342"/>
                </a:solidFill>
                <a:latin typeface="Calibri"/>
              </a:rPr>
              <a:t>Ours sends 82% of retouched faces to filter, but also 42% of untouched originals.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[Explanation]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What the system outputs for one image</a:t>
            </a:r>
          </a:p>
        </p:txBody>
      </p:sp>
      <p:pic>
        <p:nvPicPr>
          <p:cNvPr id="7" name="Picture 6" descr="system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3199"/>
            <a:ext cx="11247120" cy="433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F6773"/>
                </a:solidFill>
                <a:latin typeface="Calibri"/>
              </a:rPr>
              <a:t>Examples fixed in advance, wrong cases kept: one FF++ genuine frame, the four Alibaba edits of one face, one part forgery, one whole-face deepfake.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Label, operations and facial part each come from one head; the sentence is a template, no language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[Explanation]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How far each part of the sentence can be trusted</a:t>
            </a:r>
          </a:p>
        </p:txBody>
      </p:sp>
      <p:pic>
        <p:nvPicPr>
          <p:cNvPr id="7" name="Picture 6" descr="tab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3958"/>
            <a:ext cx="11064240" cy="23985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75488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Fixed today: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the facial part used to be named by area share, so the large skin region almost always won (right part in 8–12%). Naming it by the mean evidence inside each part gives 98–99%; the map itself was right all along.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2A37"/>
                </a:solidFill>
                <a:latin typeface="Calibri"/>
              </a:rPr>
              <a:t>Sentences are templates: </a:t>
            </a:r>
            <a:r>
              <a:rPr sz="1350" b="0" i="0">
                <a:solidFill>
                  <a:srgbClr val="1F2A37"/>
                </a:solidFill>
                <a:latin typeface="Calibri"/>
              </a:rPr>
              <a:t>379 test images give 14 distinct sentences (real 1, fake 4, filter 9); what differs per image is the numbers behind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Where the forgery is: reliable. Which retouching operation: reliable for smoothing, weak for eyes and face shape.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[Explanation]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The evidence map marks the edited part</a:t>
            </a:r>
          </a:p>
        </p:txBody>
      </p:sp>
      <p:pic>
        <p:nvPicPr>
          <p:cNvPr id="7" name="Picture 6" descr="fig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754" y="1325880"/>
            <a:ext cx="976801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Held-out part-level forgeries: input, true edit region, our map, Score-CAM, and the image after restoring the region.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[Explanation]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Restoring the named region removes 91% of detections</a:t>
            </a:r>
          </a:p>
        </p:txBody>
      </p:sp>
      <p:pic>
        <p:nvPicPr>
          <p:cNvPr id="7" name="Picture 6" descr="flip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50" y="1371600"/>
            <a:ext cx="10996418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Supervision with exact edit regions makes the difference: the same model without part-level edits reaches 54–79%.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[Status]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Targets we set before training: five met, four missed</a:t>
            </a:r>
          </a:p>
        </p:txBody>
      </p:sp>
      <p:pic>
        <p:nvPicPr>
          <p:cNvPr id="7" name="Picture 6" descr="tab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84035"/>
            <a:ext cx="9966960" cy="3432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F6773"/>
                </a:solidFill>
                <a:latin typeface="Calibri"/>
              </a:rPr>
              <a:t>No target was changed after seeing the test sets, and no model was re-tuned on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25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Three of the four misses concern commercial retouching; the fourth is FF++ genuine recall (78.0 vs. 80).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3192" y="27432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4D92"/>
                </a:solidFill>
                <a:latin typeface="Cambria"/>
              </a:rPr>
              <a:t>[Status]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Cambria"/>
              </a:rPr>
              <a:t>Done and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F7D32"/>
                </a:solidFill>
                <a:latin typeface="Cambria"/>
              </a:rPr>
              <a:t>Done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68880"/>
            <a:ext cx="146304" cy="146304"/>
          </a:xfrm>
          <a:prstGeom prst="ellipse">
            <a:avLst/>
          </a:prstGeom>
          <a:solidFill>
            <a:srgbClr val="2F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774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13 published detectors re-scored on the same frames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46120"/>
            <a:ext cx="146304" cy="146304"/>
          </a:xfrm>
          <a:prstGeom prst="ellipse">
            <a:avLst/>
          </a:prstGeom>
          <a:solidFill>
            <a:srgbClr val="2F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546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One model: detection + filter + evidence head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023359"/>
            <a:ext cx="146304" cy="146304"/>
          </a:xfrm>
          <a:prstGeom prst="ellipse">
            <a:avLst/>
          </a:prstGeom>
          <a:solidFill>
            <a:srgbClr val="2F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9319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Text explanation from all three heads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800600"/>
            <a:ext cx="146304" cy="146304"/>
          </a:xfrm>
          <a:prstGeom prst="ellipse">
            <a:avLst/>
          </a:prstGeom>
          <a:solidFill>
            <a:srgbClr val="2F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70916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Edge model: TFLite 18 MB, 9.7 ms on one CPU thread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0876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6916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F4D92"/>
                </a:solidFill>
                <a:latin typeface="Cambria"/>
              </a:rPr>
              <a:t>Next two weeks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2468880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3774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Why 44% of untouched originals go to filter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246120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1546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Name an operation only when that head is reliable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023359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9319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Second training run of the main model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4800600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470916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F2A37"/>
                </a:solidFill>
                <a:latin typeface="Calibri"/>
              </a:rPr>
              <a:t>Latency on a real phone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097280" y="4206240"/>
            <a:ext cx="8229600" cy="2651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406908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92240"/>
            <a:ext cx="82296" cy="82296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5943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F2A37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